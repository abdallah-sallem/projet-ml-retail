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ROC-AUC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A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A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Gradient Boosting</c:v>
                  </c:pt>
                  <c:pt idx="2">
                    <c:v>Random Forest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0.9999</c:v>
                </c:pt>
                <c:pt idx="1">
                  <c:v>0.9989</c:v>
                </c:pt>
                <c:pt idx="2">
                  <c:v>0.9973</c:v>
                </c:pt>
                <c:pt idx="3">
                  <c:v>0.9976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9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is not just a model notebook. It is a complete ML system from raw data to deployed inference. The technical result is strong, but we will evaluate realism and risks transparently.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supports decision-making, not just prediction. The goal is to help marketing teams act earlier with better prioritization.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medium-sized and feature-rich, with both numerical and categorical information suitable for churn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deterministic and reproducible. Every transformation choice is documented through generated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relies on domain-relevant customer behavior features, not random feature inflation.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credibility slide. We show both what is done correctly and what still needs stronger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is systematic and reproducible. All candidates were tuned and evaluated under the same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perform strongly offline, but Logistic Regression is best on both ranking quality and threshold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balances technical strength and scientific honesty. Metrics are excellent, but we do not claim guaranteed real-world parity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separates responsibilities cleanly, enabling reproducibility and maintainability.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persistence is the bridge between experimentation and reliable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Serving is modular: transport logic and ML logic are separated for better reliability and maintainability.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many ML projects fail in practice. We proactively define these risks as engineering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roadmap converts a high-performing prototype into a governance-ready ML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conclusion is neither overconfidence nor rejection. It is controlled deployment with rigorous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readiness for technical scrutiny. Show engineering maturity through transparent tradeoff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Behavioral Analysis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Churn Prediction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for Retention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46304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9489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651760"/>
            <a:ext cx="146304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9489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651760"/>
            <a:ext cx="146304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29489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651760"/>
            <a:ext cx="146304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9489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651760"/>
            <a:ext cx="1463040" cy="594360"/>
          </a:xfrm>
          <a:prstGeom prst="rect">
            <a:avLst/>
          </a:prstGeom>
          <a:solidFill>
            <a:srgbClr val="00C2CB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predict churn probability early enough for retention 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data pipeline → modeling → evaluation → deployment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snapshot: best model achieved near-perfect offline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caveat: high performance requires strict temporal stress testing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Why It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directly impacts recurring revenue and customer lifetime 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actions cost significantly less than reacquisition campaigns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prioritize outreach to high-risk customers before churn happens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expected by business: risk score + binary churn flag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051560"/>
            <a:ext cx="292608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1051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  100%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0" y="1874520"/>
            <a:ext cx="21945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Segment  ~30%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2697480"/>
            <a:ext cx="146304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Without Action  ~18%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3520440"/>
            <a:ext cx="9144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520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w/ ML  ~8%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Funnel: Revenue Retention Impact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572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45720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supports decision-making, not just prediction.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help marketing act earlier with better prioritization.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size: 4,372 rows and 52 raw columns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binary churn label (churned / retained)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demographic, behavioral, transactional, and support-related fields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and feature engineering: 55 cleaned columns → 137 processed features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05840"/>
          <a:ext cx="3657600" cy="201168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Cleaning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— 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—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2468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3200400"/>
            <a:ext cx="2468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004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3200400"/>
            <a:ext cx="2468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9436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and Preprocessing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50876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64792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/ KNN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1051560"/>
            <a:ext cx="150876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078992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1764792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cleaning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93592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03904" y="1051560"/>
            <a:ext cx="150876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078992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03904" y="1764792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 handler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12664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22976" y="1051560"/>
            <a:ext cx="150876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078992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22976" y="1764792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field drop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31736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42048" y="1051560"/>
            <a:ext cx="1508760" cy="1188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1078992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42048" y="1764792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&amp; missingness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Split-first: transforms fitted only on training data — prevents leakage from transform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Mixed imputation: numerical fields use median; KNN handles correlated clusters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preprocessing steps are deterministic, versioned, and saved as artifacts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Some leakage-adjacent columns remain — flagged for future validation rounds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Order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435608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Variance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3931920" cy="3474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55848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IP-derived Region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Tenure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355848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137 engineered features  |  Domain-grounded, no random inflation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 and Temporal Validity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931920" cy="301752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What Is Implemented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Split-first transformation fitting — preprocessor is fitted only on training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 fields partially identified and removed from feature 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preserves class balance across validation folds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artifact persisted — consistent train/serve transformation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01752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Remaining Risks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used — not time-based; may not reflect real temporal ordering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post-outcome proxy features may still exist in processed 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forward-chaining evaluation yet — CV folds are not time-ordered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figures not yet validated against held-out future time window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83210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297680"/>
            <a:ext cx="8321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Performance is strong, but temporal realism is not yet fully validated. Next step: time-based holdout testing.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solver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(var. threshold)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 (5)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lr,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 (5)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depth,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 (5)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n_neighbors,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 (5)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20440"/>
            <a:ext cx="402336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Framework: GridSearchCV with StratifiedKFold (5-fold)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3520440"/>
            <a:ext cx="402336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Metrics: Accuracy, Precision, Recall, F1, ROC-AUC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4206240"/>
            <a:ext cx="402336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206240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Pipeline: Unified — PCA + Model tuned jointly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4206240"/>
            <a:ext cx="402336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4206240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Artifacts: Best model + preprocessing object persisted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05840"/>
          <a:ext cx="3474720" cy="210312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0" y="3246120"/>
            <a:ext cx="34747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0" y="3246120"/>
            <a:ext cx="34747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show strong offline performance.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 on both ranking quality and threshold metrics.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Deep Dive — Logistic Regression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92024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(Non-Churn Correct)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2801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(Non-Churn as Churn)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192024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 Missed)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468880"/>
            <a:ext cx="192024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 Correct)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896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 rot="16200000">
            <a:off x="0" y="1737360"/>
            <a:ext cx="384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976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51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  |  solver = lbfgs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 retained = 0.99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support = 875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distribution: 584 non-churn / 291 churn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4297680" cy="123444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035808"/>
            <a:ext cx="411480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class separability observed. Near-zero confusion on unseen test data. However: possible leakage signal remains — requires temporal holdout validation before production sign-off.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14800"/>
          <a:ext cx="4206240" cy="896112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502920" cy="5029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1005840"/>
            <a:ext cx="27432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289304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0058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/ DB source → validation → staging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0" cy="2377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37944"/>
            <a:ext cx="502920" cy="5029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1792224"/>
            <a:ext cx="27432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792224"/>
            <a:ext cx="274320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075688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7922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→ encode → engineer → scale (split-first)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340864"/>
            <a:ext cx="0" cy="2377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24328"/>
            <a:ext cx="502920" cy="5029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2578608"/>
            <a:ext cx="27432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578608"/>
            <a:ext cx="274320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Selection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2862072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5786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→ StratifiedKFold → best model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127248"/>
            <a:ext cx="0" cy="2377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1071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0120" y="3364992"/>
            <a:ext cx="274320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Persistence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49040" y="3648456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33649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+ model + datasets +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3913632"/>
            <a:ext cx="0" cy="2377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197096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0120" y="4151376"/>
            <a:ext cx="2743200" cy="5669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151376"/>
            <a:ext cx="274320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49040" y="4434840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41513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→ validate → transform → score → respond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and Reproducibility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Data Artifacts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processed_train_X.parquet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processed_test_X.parquet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train_labels.npy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test_labels.npy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 Artifacts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best_model.pkl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preprocessing_pipeline.pkl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model_config.json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feature_schema.json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5176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Reports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training_summary.html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preprocessing_report.html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model_comparison.csv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confusion_matrix.png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2651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Exact Reruns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from any environment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4069080"/>
            <a:ext cx="2651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Audit Trails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provenance for every artifact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4069080"/>
            <a:ext cx="2651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Rollback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any prior model version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Serving and Inference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92608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292608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JSON payload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10512"/>
            <a:ext cx="29260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0512"/>
            <a:ext cx="292608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57984"/>
            <a:ext cx="292608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/ routing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404872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9464"/>
            <a:ext cx="292608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9464"/>
            <a:ext cx="292608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16936"/>
            <a:ext cx="292608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 checks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163824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28416"/>
            <a:ext cx="29260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28416"/>
            <a:ext cx="292608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675888"/>
            <a:ext cx="292608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preprocessing artifact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3922776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87368"/>
            <a:ext cx="2926080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87368"/>
            <a:ext cx="292608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292608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inference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0" y="1051560"/>
            <a:ext cx="50292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1051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Payload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1508760"/>
            <a:ext cx="4846320" cy="2560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"customer_id": "CUST-4892",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"churn_probability": 0.873,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"predicted_class":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"risk_label": "HIGH",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"model_version": "lr_v1.0",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"inference_ms": 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3474720"/>
            <a:ext cx="5029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3520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— service status 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— single-record inference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ML logic are cleanly separated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Risks and Failure Modes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51560"/>
            <a:ext cx="0" cy="356616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617720"/>
            <a:ext cx="777240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" y="1371600"/>
            <a:ext cx="822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051560"/>
            <a:ext cx="4114800" cy="1783080"/>
          </a:xfrm>
          <a:prstGeom prst="rect">
            <a:avLst/>
          </a:prstGeom>
          <a:solidFill>
            <a:srgbClr val="FEF9C3">
              <a:alpha val="70000"/>
            </a:srgbClr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051560"/>
            <a:ext cx="3657600" cy="1783080"/>
          </a:xfrm>
          <a:prstGeom prst="rect">
            <a:avLst/>
          </a:prstGeom>
          <a:solidFill>
            <a:srgbClr val="FEE2E2">
              <a:alpha val="70000"/>
            </a:srgbClr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34640"/>
            <a:ext cx="4114800" cy="1783080"/>
          </a:xfrm>
          <a:prstGeom prst="rect">
            <a:avLst/>
          </a:prstGeom>
          <a:solidFill>
            <a:srgbClr val="F0FDF4">
              <a:alpha val="70000"/>
            </a:srgbClr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834640"/>
            <a:ext cx="3657600" cy="1783080"/>
          </a:xfrm>
          <a:prstGeom prst="rect">
            <a:avLst/>
          </a:prstGeom>
          <a:solidFill>
            <a:srgbClr val="FFF7ED">
              <a:alpha val="70000"/>
            </a:srgbClr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3200400"/>
            <a:ext cx="14630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2011680"/>
            <a:ext cx="14630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14630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011680"/>
            <a:ext cx="1463040" cy="5486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Train-Serve Skew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Roadmap — From Prototype to Production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286000"/>
            <a:ext cx="6217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7280" y="2011680"/>
            <a:ext cx="548640" cy="5486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97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26974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input schema validation and contract checks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using campaign cost matrix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logging and inference audit trail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20116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51560"/>
            <a:ext cx="26974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515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697480"/>
            <a:ext cx="26974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7432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holdout validation and forward-chaining evaluation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stress testing against future time windows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 (SHAP) for business explainability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548640" cy="5486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9748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515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490472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697480"/>
            <a:ext cx="26974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7432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(data + concept) with alerting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triggers and version governance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diagnostics and segment-level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and Business Recommendation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846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6634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Structurally complete end-to-end ML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73352"/>
            <a:ext cx="4846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73352"/>
            <a:ext cx="46634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Exceptional offline performance across all model candidates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4846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40864"/>
            <a:ext cx="46634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Clean artifact design — reproducible, auditable, rollback-capable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08376"/>
            <a:ext cx="4846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08376"/>
            <a:ext cx="46634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Main validity gap: temporal realism and leakage stress testing pending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75888"/>
            <a:ext cx="4846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75888"/>
            <a:ext cx="46634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Proceed to controlled pilot with guardrails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051560"/>
            <a:ext cx="3383280" cy="22860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508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Go to Pilot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468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active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applied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sign-off secured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83210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34840"/>
            <a:ext cx="8321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overconfidence nor rejection — controlled deployment with rigorous monitoring is the right path.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Reviewer Defense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Why such high ROC-AUC?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77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strong behavioral signals. High separation is plausible but requires temporal validation to rule out leakage.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is leakage controlled — and where does risk remain?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977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Split-first fitting is implemented. Risk: random split and potential post-outcome proxies. Time-based holdout is the next step.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23160"/>
            <a:ext cx="3977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Why Logistic Regression over more complex models?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3977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achieves the best ROC-AUC and recall. Parsimony: simpler models are preferable when they outperform — fewer failure modes.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237744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423160"/>
            <a:ext cx="3977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How will threshold be optimized for campaign economics?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788920"/>
            <a:ext cx="3977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Cost-matrix approach: weight FN (missed churners) vs FP (false alarms) using customer LTV and campaign unit cost.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65960" y="3840480"/>
            <a:ext cx="512064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886200"/>
            <a:ext cx="4937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What is the retraining trigger policy?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4251960"/>
            <a:ext cx="4937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performance degradation threshold + scheduled cadence. Drift monitor triggers retraining workflow automatically.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Behavioral Analysis and Churn Prediction</dc:title>
  <dc:subject>PptxGenJS Presentation</dc:subject>
  <dc:creator>ML Engineer</dc:creator>
  <cp:lastModifiedBy>ML Engineer</cp:lastModifiedBy>
  <cp:revision>1</cp:revision>
  <dcterms:created xsi:type="dcterms:W3CDTF">2026-04-23T10:05:33Z</dcterms:created>
  <dcterms:modified xsi:type="dcterms:W3CDTF">2026-04-23T10:05:33Z</dcterms:modified>
</cp:coreProperties>
</file>